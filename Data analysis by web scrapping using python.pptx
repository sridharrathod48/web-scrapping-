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59" r:id="rId6"/>
    <p:sldId id="264" r:id="rId7"/>
    <p:sldId id="265" r:id="rId8"/>
    <p:sldId id="261" r:id="rId9"/>
    <p:sldId id="262"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800" b="1" dirty="0" smtClean="0">
                <a:latin typeface="Times New Roman" pitchFamily="18" charset="0"/>
                <a:cs typeface="Times New Roman" pitchFamily="18" charset="0"/>
              </a:rPr>
              <a:t>Data analysis by web </a:t>
            </a:r>
            <a:r>
              <a:rPr lang="en-US" sz="2800" b="1" dirty="0" smtClean="0">
                <a:latin typeface="Times New Roman" pitchFamily="18" charset="0"/>
                <a:cs typeface="Times New Roman" pitchFamily="18" charset="0"/>
              </a:rPr>
              <a:t>scrapping </a:t>
            </a:r>
            <a:r>
              <a:rPr lang="en-US" sz="2800" b="1" dirty="0" smtClean="0">
                <a:latin typeface="Times New Roman" pitchFamily="18" charset="0"/>
                <a:cs typeface="Times New Roman" pitchFamily="18" charset="0"/>
              </a:rPr>
              <a:t>using 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ABSTRACT</a:t>
            </a: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4525963"/>
          </a:xfrm>
        </p:spPr>
        <p:txBody>
          <a:bodyPr>
            <a:noAutofit/>
          </a:bodyPr>
          <a:lstStyle/>
          <a:p>
            <a:pPr algn="just"/>
            <a:r>
              <a:rPr lang="en-US" sz="2200" dirty="0" smtClean="0">
                <a:latin typeface="Times New Roman" pitchFamily="18" charset="0"/>
                <a:cs typeface="Times New Roman" pitchFamily="18" charset="0"/>
              </a:rPr>
              <a:t>The Web Scraper’s conniving ethics and procedures are juxtaposed, it explains about the working of how the scraper is premeditated. The technique of it is allocated into three fragments: the web scraper draws the desired links from the web, and then the data is extracted to get the data from the source links and finally stowing that data into a </a:t>
            </a:r>
            <a:r>
              <a:rPr lang="en-US" sz="2200" dirty="0" err="1" smtClean="0">
                <a:latin typeface="Times New Roman" pitchFamily="18" charset="0"/>
                <a:cs typeface="Times New Roman" pitchFamily="18" charset="0"/>
              </a:rPr>
              <a:t>csv</a:t>
            </a:r>
            <a:r>
              <a:rPr lang="en-US" sz="2200" dirty="0" smtClean="0">
                <a:latin typeface="Times New Roman" pitchFamily="18" charset="0"/>
                <a:cs typeface="Times New Roman" pitchFamily="18" charset="0"/>
              </a:rPr>
              <a:t> file. The Python language is implemented for the carrying out. By doing so, linking all these with the moral knowledge of libraries and working know-how, we can have an adequate Scraper in our hand to produce the desired result. Due to an enormous community and library resources for Python and the exquisiteness of coding chic of python language, it is most appropriate one for Scraping desired data from the desired website.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Times New Roman" pitchFamily="18" charset="0"/>
                <a:cs typeface="Times New Roman" pitchFamily="18" charset="0"/>
              </a:rPr>
              <a:t>Existing system</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200" dirty="0" smtClean="0">
                <a:latin typeface="Times New Roman" pitchFamily="18" charset="0"/>
                <a:cs typeface="Times New Roman" pitchFamily="18" charset="0"/>
              </a:rPr>
              <a:t>To know how the data extraction process has evolved has so much one must understand the techniques involved in this method of web scraping is important scraping has been around nearly as long as the web. </a:t>
            </a:r>
            <a:r>
              <a:rPr lang="en-US" sz="2200" dirty="0" smtClean="0">
                <a:latin typeface="Times New Roman" pitchFamily="18" charset="0"/>
                <a:cs typeface="Times New Roman" pitchFamily="18" charset="0"/>
              </a:rPr>
              <a:t>The </a:t>
            </a:r>
            <a:r>
              <a:rPr lang="en-US" sz="2200" dirty="0" smtClean="0">
                <a:latin typeface="Times New Roman" pitchFamily="18" charset="0"/>
                <a:cs typeface="Times New Roman" pitchFamily="18" charset="0"/>
              </a:rPr>
              <a:t>impact behind business web scraping has dependably been to pick up a simple business advantage and incorporate things like undermining a contender's special valuing, taking leads, commandeering promoting efforts, diverting APIs, and the inside and out robbery of and information.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 </a:t>
            </a:r>
            <a:endParaRPr lang="en-US" dirty="0"/>
          </a:p>
        </p:txBody>
      </p:sp>
      <p:sp>
        <p:nvSpPr>
          <p:cNvPr id="3" name="Content Placeholder 2"/>
          <p:cNvSpPr>
            <a:spLocks noGrp="1"/>
          </p:cNvSpPr>
          <p:nvPr>
            <p:ph idx="1"/>
          </p:nvPr>
        </p:nvSpPr>
        <p:spPr/>
        <p:txBody>
          <a:bodyPr>
            <a:normAutofit/>
          </a:bodyPr>
          <a:lstStyle/>
          <a:p>
            <a:pPr algn="just"/>
            <a:r>
              <a:rPr lang="en-US" sz="2200" dirty="0" smtClean="0">
                <a:latin typeface="Times New Roman" pitchFamily="18" charset="0"/>
                <a:cs typeface="Times New Roman" pitchFamily="18" charset="0"/>
              </a:rPr>
              <a:t>The primary aggregators and examination motors seemed hot on the impact points of the web based business blast and worked generally unchallenged until the legitimate difficulties of the mid-2000s. Early scraping apparatuses were really fundamental - physically reordering anything unmistakable from the site. When software engineers got included, scraping graduated to the Unix </a:t>
            </a:r>
            <a:r>
              <a:rPr lang="en-US" sz="2200" dirty="0" err="1" smtClean="0">
                <a:latin typeface="Times New Roman" pitchFamily="18" charset="0"/>
                <a:cs typeface="Times New Roman" pitchFamily="18" charset="0"/>
              </a:rPr>
              <a:t>grep</a:t>
            </a:r>
            <a:r>
              <a:rPr lang="en-US" sz="2200" dirty="0" smtClean="0">
                <a:latin typeface="Times New Roman" pitchFamily="18" charset="0"/>
                <a:cs typeface="Times New Roman" pitchFamily="18" charset="0"/>
              </a:rPr>
              <a:t> order or customary articulation coordinating procedures posting remote HTTP demands utilizing attachment programming, and parsing site utilizing information programming and parsing site utilizing information inquiry dialects. Today, in any case, it's an altogether different story: web scraping is huge business with powerful devices and administrations to coordinate.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Times New Roman" pitchFamily="18" charset="0"/>
                <a:cs typeface="Times New Roman" pitchFamily="18" charset="0"/>
              </a:rPr>
              <a:t>Proposed system</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525963"/>
          </a:xfrm>
        </p:spPr>
        <p:txBody>
          <a:bodyPr>
            <a:noAutofit/>
          </a:bodyPr>
          <a:lstStyle/>
          <a:p>
            <a:pPr algn="just"/>
            <a:r>
              <a:rPr lang="en-US" sz="2000" dirty="0" smtClean="0">
                <a:latin typeface="Times New Roman" pitchFamily="18" charset="0"/>
                <a:cs typeface="Times New Roman" pitchFamily="18" charset="0"/>
              </a:rPr>
              <a:t>The point of the paper is to remove the information from different sources with the assistance of programming known as the web crawler </a:t>
            </a:r>
            <a:r>
              <a:rPr lang="en-US" sz="2000" dirty="0" err="1" smtClean="0">
                <a:latin typeface="Times New Roman" pitchFamily="18" charset="0"/>
                <a:cs typeface="Times New Roman" pitchFamily="18" charset="0"/>
              </a:rPr>
              <a:t>Scrapy</a:t>
            </a:r>
            <a:r>
              <a:rPr lang="en-US" sz="2000" dirty="0" smtClean="0">
                <a:latin typeface="Times New Roman" pitchFamily="18" charset="0"/>
                <a:cs typeface="Times New Roman" pitchFamily="18" charset="0"/>
              </a:rPr>
              <a:t> utilizing the programming language Python adaptation 3.6.The Database is created which collects all the unstructured data from various sources and then analyzes them by the analytic process of its specifications, assembling, organizing, cleaning, re-analyzing, applying models and algorithms and finally providing the desired results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a:t>
            </a:r>
            <a:endParaRPr lang="en-US" dirty="0"/>
          </a:p>
        </p:txBody>
      </p:sp>
      <p:sp>
        <p:nvSpPr>
          <p:cNvPr id="3" name="Content Placeholder 2"/>
          <p:cNvSpPr>
            <a:spLocks noGrp="1"/>
          </p:cNvSpPr>
          <p:nvPr>
            <p:ph idx="1"/>
          </p:nvPr>
        </p:nvSpPr>
        <p:spPr/>
        <p:txBody>
          <a:bodyPr>
            <a:normAutofit/>
          </a:bodyPr>
          <a:lstStyle/>
          <a:p>
            <a:pPr algn="just">
              <a:buNone/>
            </a:pPr>
            <a:r>
              <a:rPr lang="en-US" sz="2200" dirty="0" smtClean="0">
                <a:latin typeface="Times New Roman" pitchFamily="18" charset="0"/>
                <a:cs typeface="Times New Roman" pitchFamily="18" charset="0"/>
              </a:rPr>
              <a:t>   Web scraping software’s such as </a:t>
            </a:r>
            <a:r>
              <a:rPr lang="en-US" sz="2200" dirty="0" err="1" smtClean="0">
                <a:latin typeface="Times New Roman" pitchFamily="18" charset="0"/>
                <a:cs typeface="Times New Roman" pitchFamily="18" charset="0"/>
              </a:rPr>
              <a:t>Scrapy</a:t>
            </a:r>
            <a:r>
              <a:rPr lang="en-US" sz="2200" dirty="0" smtClean="0">
                <a:latin typeface="Times New Roman" pitchFamily="18" charset="0"/>
                <a:cs typeface="Times New Roman" pitchFamily="18" charset="0"/>
              </a:rPr>
              <a:t> is available for whenever ease of access needed by the user and also it’s an open-source web-crawling framework for the collection of any data as per user’s needs. The software is used to extract data using an application programming interface or as a general-purpose web crawler required by the desired customer. We are also able to scrape the data of E-commerce sites such as </a:t>
            </a:r>
            <a:r>
              <a:rPr lang="en-US" sz="2200" dirty="0" err="1" smtClean="0">
                <a:latin typeface="Times New Roman" pitchFamily="18" charset="0"/>
                <a:cs typeface="Times New Roman" pitchFamily="18" charset="0"/>
              </a:rPr>
              <a:t>Flipkart</a:t>
            </a:r>
            <a:r>
              <a:rPr lang="en-US" sz="2200" dirty="0" smtClean="0">
                <a:latin typeface="Times New Roman" pitchFamily="18" charset="0"/>
                <a:cs typeface="Times New Roman" pitchFamily="18" charset="0"/>
              </a:rPr>
              <a:t>, Amazon, etc. so as to find out the product details which aren’t available with the application interface and to analyze the variation, comments, ratings or anything else with innumerable options.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a:t>
            </a:r>
            <a:endParaRPr lang="en-US" dirty="0"/>
          </a:p>
        </p:txBody>
      </p:sp>
      <p:pic>
        <p:nvPicPr>
          <p:cNvPr id="27" name="Content Placeholder 26"/>
          <p:cNvPicPr>
            <a:picLocks noGrp="1"/>
          </p:cNvPicPr>
          <p:nvPr>
            <p:ph idx="1"/>
          </p:nvPr>
        </p:nvPicPr>
        <p:blipFill>
          <a:blip r:embed="rId2"/>
          <a:srcRect/>
          <a:stretch>
            <a:fillRect/>
          </a:stretch>
        </p:blipFill>
        <p:spPr bwMode="auto">
          <a:xfrm>
            <a:off x="1143000" y="2057400"/>
            <a:ext cx="7096125" cy="2858294"/>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SYSTEM SPECIFICATION:</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lgn="ctr">
              <a:buNone/>
            </a:pPr>
            <a:r>
              <a:rPr lang="en-US" sz="2200" b="1" u="sng" dirty="0" smtClean="0">
                <a:latin typeface="Times New Roman" pitchFamily="18" charset="0"/>
                <a:cs typeface="Times New Roman" pitchFamily="18" charset="0"/>
              </a:rPr>
              <a:t>HARDWARE REQUIREMENTS:</a:t>
            </a:r>
            <a:endParaRPr lang="en-US" sz="2200" dirty="0" smtClean="0">
              <a:latin typeface="Times New Roman" pitchFamily="18" charset="0"/>
              <a:cs typeface="Times New Roman" pitchFamily="18" charset="0"/>
            </a:endParaRPr>
          </a:p>
          <a:p>
            <a:pPr lvl="0"/>
            <a:r>
              <a:rPr lang="en-US" sz="2200" b="1" dirty="0" smtClean="0">
                <a:latin typeface="Times New Roman" pitchFamily="18" charset="0"/>
                <a:cs typeface="Times New Roman" pitchFamily="18" charset="0"/>
              </a:rPr>
              <a:t>System			: 	Intel Core i5.</a:t>
            </a:r>
          </a:p>
          <a:p>
            <a:pPr lvl="0"/>
            <a:r>
              <a:rPr lang="en-US" sz="2200" b="1" dirty="0" smtClean="0">
                <a:latin typeface="Times New Roman" pitchFamily="18" charset="0"/>
                <a:cs typeface="Times New Roman" pitchFamily="18" charset="0"/>
              </a:rPr>
              <a:t>Hard Disk 			: 	500GB.</a:t>
            </a:r>
          </a:p>
          <a:p>
            <a:pPr lvl="0"/>
            <a:r>
              <a:rPr lang="en-US" sz="2200" b="1" dirty="0" smtClean="0">
                <a:latin typeface="Times New Roman" pitchFamily="18" charset="0"/>
                <a:cs typeface="Times New Roman" pitchFamily="18" charset="0"/>
              </a:rPr>
              <a:t>Ram			: 	32GB.</a:t>
            </a:r>
          </a:p>
          <a:p>
            <a:endParaRPr lang="en-US" sz="22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SOFTWARE REQUIREMENTS:</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sz="2200" b="1" dirty="0" smtClean="0">
                <a:latin typeface="Times New Roman" pitchFamily="18" charset="0"/>
                <a:cs typeface="Times New Roman" pitchFamily="18" charset="0"/>
              </a:rPr>
              <a:t>Operating system 		: 	Windows </a:t>
            </a:r>
            <a:r>
              <a:rPr lang="en-US" sz="2200" b="1" dirty="0" smtClean="0">
                <a:latin typeface="Times New Roman" pitchFamily="18" charset="0"/>
                <a:cs typeface="Times New Roman" pitchFamily="18" charset="0"/>
              </a:rPr>
              <a:t>family</a:t>
            </a:r>
            <a:r>
              <a:rPr lang="en-US" sz="2200" b="1" dirty="0" smtClean="0">
                <a:latin typeface="Times New Roman" pitchFamily="18" charset="0"/>
                <a:cs typeface="Times New Roman" pitchFamily="18" charset="0"/>
              </a:rPr>
              <a:t>.</a:t>
            </a:r>
            <a:endParaRPr lang="en-US" sz="2200" b="1" dirty="0" smtClean="0">
              <a:latin typeface="Times New Roman" pitchFamily="18" charset="0"/>
              <a:cs typeface="Times New Roman" pitchFamily="18" charset="0"/>
            </a:endParaRPr>
          </a:p>
          <a:p>
            <a:pPr lvl="0"/>
            <a:r>
              <a:rPr lang="en-US" sz="2200" b="1" dirty="0" smtClean="0">
                <a:latin typeface="Times New Roman" pitchFamily="18" charset="0"/>
                <a:cs typeface="Times New Roman" pitchFamily="18" charset="0"/>
              </a:rPr>
              <a:t>Coding Language		:	Python</a:t>
            </a:r>
          </a:p>
          <a:p>
            <a:pPr lvl="0"/>
            <a:r>
              <a:rPr lang="en-US" sz="2200" b="1" dirty="0" smtClean="0">
                <a:latin typeface="Times New Roman" pitchFamily="18" charset="0"/>
                <a:cs typeface="Times New Roman" pitchFamily="18" charset="0"/>
              </a:rPr>
              <a:t>Tool				:	</a:t>
            </a:r>
            <a:r>
              <a:rPr lang="en-US" sz="2200" b="1" dirty="0" err="1" smtClean="0">
                <a:latin typeface="Times New Roman" pitchFamily="18" charset="0"/>
                <a:cs typeface="Times New Roman" pitchFamily="18" charset="0"/>
              </a:rPr>
              <a:t>PyCharm</a:t>
            </a:r>
            <a:r>
              <a:rPr lang="en-US" sz="2200" b="1" dirty="0" smtClean="0">
                <a:latin typeface="Times New Roman" pitchFamily="18" charset="0"/>
                <a:cs typeface="Times New Roman" pitchFamily="18" charset="0"/>
              </a:rPr>
              <a:t>, </a:t>
            </a:r>
            <a:endParaRPr lang="en-US" sz="22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TotalTime>
  <Words>546</Words>
  <Application>Microsoft Office PowerPoint</Application>
  <PresentationFormat>On-screen Show (4:3)</PresentationFormat>
  <Paragraphs>21</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Data analysis by web scrapping using python</vt:lpstr>
      <vt:lpstr>ABSTRACT </vt:lpstr>
      <vt:lpstr>Existing system</vt:lpstr>
      <vt:lpstr>Disadvantage </vt:lpstr>
      <vt:lpstr>Proposed system</vt:lpstr>
      <vt:lpstr>advantage</vt:lpstr>
      <vt:lpstr>Architecture </vt:lpstr>
      <vt:lpstr>SYSTEM SPECIFICATION: </vt:lpstr>
      <vt:lpstr>SOFTWARE REQUIREMENTS: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CYBER INSURANCE POLICIES THE ROLE OF PRE-SCREENING AND SECURITY INTERDEPENDENCE</dc:title>
  <dc:creator>SkTech</dc:creator>
  <cp:lastModifiedBy>admin</cp:lastModifiedBy>
  <cp:revision>32</cp:revision>
  <dcterms:created xsi:type="dcterms:W3CDTF">2006-08-16T00:00:00Z</dcterms:created>
  <dcterms:modified xsi:type="dcterms:W3CDTF">2023-11-17T12:43:16Z</dcterms:modified>
</cp:coreProperties>
</file>